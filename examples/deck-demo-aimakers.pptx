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vais vous présenter la recommandation d'investissement IA pour 2027. L'objectif de cette session : obtenir votre vote aujourd'hui sur l'enveloppe 500K€.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une phrase : on investit 500K€ en 2027, on récupère 1,8M€ de productivité sur 18 mois. Soit un ROI de 3,6×. Je vais maintenant vous présenter les 3 arguments qui sous-tendent cette recommandation.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arguments convergents : (1) preuve par les quick wins déjà livrés, (2) avance concurrentielle à rattraper, (3) coût d'inaction explicite. Je détaille chacun dans les slides suivantes.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prototypes ont tourné en pilote au Q1. Les trois ont dépassé les objectifs. L'adoption interne est à 8,4/10 de NPS, ce qui est très au-dessus de la médiane de nos déploiements logiciels.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choix n'est pas entre investir 500K€ ou ne pas investir. Le choix est entre investir 500K€ pour gagner 1,8M€, ou ne pas investir et perdre 2,3M€. Delta : 4,1M€ en 24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est décomposé en 3 phases avec 3 gates de décision COMEX. Vous gardez la main à chaque étape. Pas de chèque en blanc : à chaque gate, on présente les résultats mesurés et vous arbitrez la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3 risques majeurs identifiés ont chacun une mitigation concrète et budgétée dans l'enveloppe. Je peux détailler chaque mitigation en Q&amp;A si vous le souhaitez.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je vous demande aujourd'hui : validation de l'enveloppe 500K€ pour 2027. Kickoff premier juin. Gate de revue le 30 septembre où je reviens devant vous avec les premiers résultats mesurés.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IMAKERS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MAKERS  —  CONFIDENTIEL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COMEX — 24 AVRIL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500K€ en IA ramène 1,8M€ en 18 mois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8463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Recommandation stratégique budget IA 2027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Othmane Halim · CEO AI Makers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LA RECOMMANDATION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+1,8M€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productivité récupérée en 18 mois pour 500K€ investis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Audit interne Q1 2026 + benchmark McKinsey Global AI Survey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LES 3 ARGUMENTS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raisons pour lesquelles ce budget est la bonne décision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Les quick wins livrés en Q1 prouvent le ROI : 4h/sem gagnées par équipe testée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Le concurrent A a pris 18 mois d'avance avec un investissement similaire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Le coût d'inaction est chiffré à 2,3M€ sur 24 mois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0" y="2560320"/>
            <a:ext cx="3291840" cy="228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27432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ARGUMENTS VALIDÉS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0" y="31089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ARGUMENT #1 : LES QUICK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prototypes livrés en Q1 valident le potentiel productivité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Automatisation reporting commercial : -8h/sem par manager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Agent support niveau 1 : 34% de tickets résolus sans humain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Génération descriptions produits : 420h/an récupérées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0" y="2560320"/>
            <a:ext cx="3291840" cy="228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27432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INTERNE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0" y="31089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8,4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COÛT DE L'INACTION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investissement IA, nous perdons 2,3M€ sur 24 mois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52120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BUDGET IA 2027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-2,3M€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Erreurs manuelles (620K€) + turnover service client (980K€) + revenus manqués (700K€)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212080" cy="3200400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7432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BUDGET 500K€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+1,8M€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42062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40% tâches répétitives + 3 agents IA en prod + formation 20 AI Champions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PLAN D'EXÉCUTION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chantiers parallèles sur 90 jours, avec gates de décision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T0-T30 : recrutement lead IA + cadrage 3 cas d'usage prioritaires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T30-T60 : mise en prod chantier #1 (agent support) + mesure adoption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T60-T90 : gate COMEX pour validation chantiers #2 et #3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0" y="2560320"/>
            <a:ext cx="3291840" cy="228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27432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DÉCISIONS COMEX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0" y="31089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gates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— RISQUES &amp; MITIGATION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risques identifiés, 3 mitigations engagées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Adoption terrain faible → programme AI Champions dans chaque département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Sécurité des données → stack souveraine (Mistral + on-premise option)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Dépendance fournisseur → architecture multi-cloud et modèles interchangeables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0" y="2560320"/>
            <a:ext cx="3291840" cy="228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27432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RISQUES COUVERTS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0" y="31089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500K€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1,8M€ de productivité en 18 mois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Validation enveloppe 500K€ aujourd'hui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Kickoff 1er juin 2026 avec lead IA en place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Gate de revue #1 : 30 septembre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Othmane Halim · CEO AI Makers — othmane@aimakers.fr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Makers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Valider 500K€ en IA ramène 1,8M€ en 18 mois</dc:title>
  <dc:subject>PptxGenJS Presentation</dc:subject>
  <dc:creator>AI Makers</dc:creator>
  <cp:lastModifiedBy>AI Makers</cp:lastModifiedBy>
  <cp:revision>1</cp:revision>
  <dcterms:created xsi:type="dcterms:W3CDTF">2026-04-24T09:05:47Z</dcterms:created>
  <dcterms:modified xsi:type="dcterms:W3CDTF">2026-04-24T09:05:47Z</dcterms:modified>
</cp:coreProperties>
</file>